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7A7A7A"/>
                </a:solidFill>
                <a:latin typeface="Consolas"/>
              </a:rPr>
              <a:t>U T A K A 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 i="0">
                <a:solidFill>
                  <a:srgbClr val="45615F"/>
                </a:solidFill>
                <a:latin typeface="Yu Mincho"/>
              </a:rPr>
              <a:t>SNS運用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 i="0">
                <a:solidFill>
                  <a:srgbClr val="45615F"/>
                </a:solidFill>
                <a:latin typeface="Yu Mincho"/>
              </a:rPr>
              <a:t>ご提案・第2回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4572000"/>
            <a:ext cx="548640" cy="9525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前回のヒアリング振り返り ＆ 次の打ち手のご報告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436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PRESENTED BY  山田     / 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02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本日お話しすること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前回お聞きしたお悩みをもとに、整理したものをご報告します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B89178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4942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2C2C2C"/>
                </a:solidFill>
                <a:latin typeface="Yu Mincho"/>
              </a:rPr>
              <a:t>前回のヒアリング振り返り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Yu Gothic"/>
              </a:rPr>
              <a:t>どんなお悩みが出てきたか、その整理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3063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2004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B89178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16382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2C2C2C"/>
                </a:solidFill>
                <a:latin typeface="Yu Mincho"/>
              </a:rPr>
              <a:t>【提案①】プロンプト一覧のご紹介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20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Yu Gothic"/>
              </a:rPr>
              <a:t>ChatGPTで投稿の言葉づくりを楽にする道具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977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1148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B89178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7822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2C2C2C"/>
                </a:solidFill>
                <a:latin typeface="Yu Mincho"/>
              </a:rPr>
              <a:t>【提案②】動画エディタの使い方レクチャー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348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Yu Gothic"/>
              </a:rPr>
              <a:t>テロップ位置を悩まずに済む、ブラウザツール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8920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5029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B89178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99262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2C2C2C"/>
                </a:solidFill>
                <a:latin typeface="Yu Mincho"/>
              </a:rPr>
              <a:t>次回までのアクション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492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Yu Gothic"/>
              </a:rPr>
              <a:t>3週間で無理なく取り入れる順番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58064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30分のお時間で、ゆっくりお話しできればと思います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03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前回のヒアリングで見えてきたこと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うたかた様から伺ったお悩み・違和感を、4つに整理しました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749039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54864" cy="1645920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PAIN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3832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リール投稿の続け方が分からない。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月1本がやっと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2286000"/>
            <a:ext cx="3749039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2286000"/>
            <a:ext cx="54864" cy="1645920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PAIN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834640"/>
            <a:ext cx="33832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編集に時間がかかりすぎる。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テロップ位置に悩む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3749039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54864" cy="1645920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PAIN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63440"/>
            <a:ext cx="33832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「うたかたらしさ」を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ブレずに保ちたい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4114800"/>
            <a:ext cx="3749039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4114800"/>
            <a:ext cx="54864" cy="1645920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PAIN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663440"/>
            <a:ext cx="33832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「劇的変化」を煽る発信に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違和感がある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※ 前回のメモから抜粋。漏れがあれば後ほど追記します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04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大事にしていらっしゃること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これを軸に、すべての提案を組み立てています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2468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4400" b="0" i="0">
                <a:solidFill>
                  <a:srgbClr val="B89178"/>
                </a:solidFill>
                <a:latin typeface="Yu Mincho"/>
              </a:rPr>
              <a:t>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45615F"/>
                </a:solidFill>
                <a:latin typeface="Yu Mincho"/>
              </a:rPr>
              <a:t>静かに整える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2103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派手な表現ではなく、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呼吸が落ち着くような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言葉と画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2286000"/>
            <a:ext cx="2468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69748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4400" b="0" i="0">
                <a:solidFill>
                  <a:srgbClr val="B89178"/>
                </a:solidFill>
                <a:latin typeface="Yu Mincho"/>
              </a:rPr>
              <a:t>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3749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45615F"/>
                </a:solidFill>
                <a:latin typeface="Yu Mincho"/>
              </a:rPr>
              <a:t>押し売りしない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343400"/>
            <a:ext cx="2103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来てください、より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「そういう時間がある」と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そっと置いておく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4184" y="2286000"/>
            <a:ext cx="2468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44184" y="269748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4400" b="0" i="0">
                <a:solidFill>
                  <a:srgbClr val="B89178"/>
                </a:solidFill>
                <a:latin typeface="Yu Mincho"/>
              </a:rPr>
              <a:t>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4184" y="3749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45615F"/>
                </a:solidFill>
                <a:latin typeface="Yu Mincho"/>
              </a:rPr>
              <a:t>無理なく続ける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4343400"/>
            <a:ext cx="2103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毎日張り切る必要はない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月3〜4本のリズムで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長く続ける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Yu Gothic"/>
              </a:rPr>
              <a:t>この3つの軸から外れたものはご提案しません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解決の方向性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05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3つのアプローチで楽にしていきます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「すべてAI任せ」ではなく、人の判断は残しつつ手間だけ減らす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286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① 言葉づくり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29000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ChatGPTを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道具として使う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うたかた専用プロンプト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B89178"/>
                </a:solidFill>
                <a:latin typeface="Yu Gothic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468880"/>
            <a:ext cx="2286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8346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② 動画編集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429000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テロップ位置を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悩まないツール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ブラウザで完結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3375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B89178"/>
                </a:solidFill>
                <a:latin typeface="Yu Gothic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2468880"/>
            <a:ext cx="2286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28346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③ 撮影設計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429000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1シーン1動画で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短く分けて撮影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編集が10分に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2C2C2C"/>
                </a:solidFill>
                <a:latin typeface="Yu Mincho"/>
              </a:rPr>
              <a:t>本日は ① と ② をご紹介します。</a:t>
            </a:r>
          </a:p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2C2C2C"/>
                </a:solidFill>
                <a:latin typeface="Yu Mincho"/>
              </a:rPr>
              <a:t>③（撮影設計）は別途お渡ししたガイドをご覧ください。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参考資料:  salon-highlight-guide.html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06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solidFill>
            <a:srgbClr val="2D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PROPOSAL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FFFFFF"/>
                </a:solidFill>
                <a:latin typeface="Yu Mincho"/>
              </a:rPr>
              <a:t>プロンプト一覧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231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CFCBC0"/>
                </a:solidFill>
                <a:latin typeface="Yu Gothic"/>
              </a:rPr>
              <a:t>「何を投稿しよう？」を5秒で解決する道具箱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7863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2C2C2C"/>
                </a:solidFill>
                <a:latin typeface="Yu Mincho"/>
              </a:rPr>
              <a:t>ChatGPTに「リール5本」と打つだけで、</a:t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2C2C2C"/>
                </a:solidFill>
                <a:latin typeface="Yu Mincho"/>
              </a:rPr>
              <a:t>うたかたらしい台本が5本まとめて生成される、というイメージです。</a:t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2C2C2C"/>
                </a:solidFill>
                <a:latin typeface="Yu Mincho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2C2C2C"/>
                </a:solidFill>
                <a:latin typeface="Yu Mincho"/>
              </a:rPr>
              <a:t>毎回ゼロから考える必要がなくなります。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実物: salon-prompts.html  /  15種類のトリガー（次ページ）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07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15種類のトリガー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用途別に短い言葉を1つ打つだけで、必要な発信素材が出てきます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リール5本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REEL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フィード3本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FEED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ストーリーズ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STORY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924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キャプション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CAPTION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2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ハッシュタグ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HASH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月次テーマ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MONTH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4028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4028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週次テーマ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WEEK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9476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9476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部位別投稿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PART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悩み言語化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PAIN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考え方を伝える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VOICE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予約導線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CTA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028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8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LINE配信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LINE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お客様の声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9476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VOC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4924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4924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季節投稿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924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SEASON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0372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0372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NGチェック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372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NG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Yu Gothic"/>
              </a:rPr>
              <a:t>たとえば「今月どうしよう」→「月次テーマ」と打つだけ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08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使い方は3ステップ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難しい操作は不要。事前準備は1回だけ。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2860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63040" y="2788920"/>
            <a:ext cx="457200" cy="457200"/>
          </a:xfrm>
          <a:prstGeom prst="ellipse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事前準備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2011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ChatGPTに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プロジェクト用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プロンプトを貼る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（最初の1回だけ）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6118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B89178"/>
                </a:solidFill>
                <a:latin typeface="Yu Gothic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2468880"/>
            <a:ext cx="22860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14800" y="2788920"/>
            <a:ext cx="457200" cy="457200"/>
          </a:xfrm>
          <a:prstGeom prst="ellipse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429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毎日の使用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931920"/>
            <a:ext cx="2011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トリガー語を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1〜2語打つ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例:「リール5本」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6118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B89178"/>
                </a:solidFill>
                <a:latin typeface="Yu Gothic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2468880"/>
            <a:ext cx="22860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66560" y="2788920"/>
            <a:ext cx="457200" cy="457200"/>
          </a:xfrm>
          <a:prstGeom prst="ellipse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429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微調整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931920"/>
            <a:ext cx="2011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出てきた案から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使える1つを選んで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言葉を少し直す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5623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7A7A7A"/>
                </a:solidFill>
                <a:latin typeface="Yu Gothic"/>
              </a:rPr>
              <a:t>投稿1本あたり 3〜5分 で言葉が決まります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本日その場で1回試してみましょう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09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solidFill>
            <a:srgbClr val="2D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PROPOSAL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FFFFFF"/>
                </a:solidFill>
                <a:latin typeface="Yu Mincho"/>
              </a:rPr>
              <a:t>動画エディタ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231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CFCBC0"/>
                </a:solidFill>
                <a:latin typeface="Yu Gothic"/>
              </a:rPr>
              <a:t>テロップ位置を悩まずに済む、ブラウザで動く編集ツール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78638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動画にテロップを重ねるのではなく、</a:t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動画の上下に固定された枠に文字を入れる仕組みです。</a:t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→ テロップが顔に被る心配がない</a:t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→ 位置調整がいらない</a:t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→ うたかたらしい統一感を保ったまま量産できる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アクセス: utakata-subtitle.vercel.app/salon-editor.html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10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エディタの仕組み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3つのエリアが固定され、その中で動画とテロップが流れます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86000"/>
            <a:ext cx="192024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286000"/>
            <a:ext cx="1920240" cy="507309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957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2C2C2C"/>
                </a:solidFill>
                <a:latin typeface="Yu Mincho"/>
              </a:rPr>
              <a:t>呼吸が浅い日に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93309"/>
            <a:ext cx="1920240" cy="2460101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CFCBC0"/>
                </a:solidFill>
                <a:latin typeface="Yu Gothic"/>
              </a:rPr>
              <a:t>▶ 動画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253410"/>
            <a:ext cx="1920240" cy="507309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6313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FFFFFF"/>
                </a:solidFill>
                <a:latin typeface="Yu Gothic"/>
              </a:rPr>
              <a:t>UTAKATA / DM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86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B89178"/>
                </a:solidFill>
                <a:latin typeface="Yu Mincho"/>
              </a:rP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45615F"/>
                </a:solidFill>
                <a:latin typeface="Yu Mincho"/>
              </a:rPr>
              <a:t>上の枠（明朝）に主題テロップ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例:「呼吸が浅い日に」「自分に戻る時間」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54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B89178"/>
                </a:solidFill>
                <a:latin typeface="Yu Mincho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154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45615F"/>
                </a:solidFill>
                <a:latin typeface="Yu Mincho"/>
              </a:rPr>
              <a:t>真ん中に動画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520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撮影素材をそのまま入れるだけ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0233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B89178"/>
                </a:solidFill>
                <a:latin typeface="Yu Mincho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023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45615F"/>
                </a:solidFill>
                <a:latin typeface="Yu Mincho"/>
              </a:rPr>
              <a:t>下の枠（ゴシック）にCTA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43891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例:「UTAKATA / ご予約はDMから」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8920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B89178"/>
                </a:solidFill>
                <a:latin typeface="Yu Mincho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892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45615F"/>
                </a:solidFill>
                <a:latin typeface="Yu Mincho"/>
              </a:rPr>
              <a:t>時間で切り替え可能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5257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0〜15秒は文言A、15〜30秒は文言Bのように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Yu Gothic"/>
              </a:rPr>
              <a:t>テロップが動画に被らない構造 → 顔出しシーンも安心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11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使い方は4ステップ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本日その場で一緒に1本作ってみましょう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1828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86000"/>
            <a:ext cx="1828800" cy="45720"/>
          </a:xfrm>
          <a:prstGeom prst="rect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803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動画を選ぶ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スマホで撮った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動画ファイルを1本選択。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30秒前後がベスト。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2286000"/>
            <a:ext cx="1828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68880" y="2286000"/>
            <a:ext cx="1828800" cy="45720"/>
          </a:xfrm>
          <a:prstGeom prst="rect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8803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枠を選ぶ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47472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和紙風 / コントラスト /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クレイの3種から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雰囲気を選ぶ。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286000"/>
            <a:ext cx="1828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2286000"/>
            <a:ext cx="1828800" cy="45720"/>
          </a:xfrm>
          <a:prstGeom prst="rect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8803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テロップを入れる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7472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上枠・下枠それぞれ、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時間と文字を入力。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チップで定型文も。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286000"/>
            <a:ext cx="1828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2286000"/>
            <a:ext cx="1828800" cy="45720"/>
          </a:xfrm>
          <a:prstGeom prst="rect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8803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書き出し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7472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ボタン1つでMP4が完成。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そのままインスタに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アップ可能。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7A7A7A"/>
                </a:solidFill>
                <a:latin typeface="Yu Gothic"/>
              </a:rPr>
              <a:t>慣れれば 1本あたり10分 で完成します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※ アプリのインストール不要。スマホのSafari/Chromeで使えます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次のアクション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12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次回までの3週間ロードマップ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無理せず、まずは小さく試すところから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24688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WEEK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26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45615F"/>
                </a:solidFill>
                <a:latin typeface="Yu Mincho"/>
              </a:rPr>
              <a:t>プロンプトを試す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6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・ChatGPTにプロジェクト用プロンプトを貼る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・「リール5本」を1回試す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・気になった案を1つ選ぶ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2286000"/>
            <a:ext cx="24688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560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926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45615F"/>
                </a:solidFill>
                <a:latin typeface="Yu Mincho"/>
              </a:rPr>
              <a:t>エディタで1本作る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56616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・普段の撮影素材を1本用意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・エディタで枠付き動画にする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・書き出してインスタに投稿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286000"/>
            <a:ext cx="24688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560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WEEK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926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45615F"/>
                </a:solidFill>
                <a:latin typeface="Yu Mincho"/>
              </a:rPr>
              <a:t>慣れる・調整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・もう1〜2本作ってみる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・使いにくい部分をメモ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・次回ご相談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Yu Gothic"/>
              </a:rPr>
              <a:t>次回お会いした時に「やってみてどうだったか」を一緒に振り返ります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2D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3600" b="0" i="0">
                <a:solidFill>
                  <a:srgbClr val="FFFFFF"/>
                </a:solidFill>
                <a:latin typeface="Yu Mincho"/>
              </a:rPr>
              <a:t>うたかたが続くように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3657600"/>
            <a:ext cx="548640" cy="9525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200000"/>
              </a:lnSpc>
            </a:pPr>
            <a:r>
              <a:rPr sz="1200" b="0" i="0">
                <a:solidFill>
                  <a:srgbClr val="CFCBC0"/>
                </a:solidFill>
                <a:latin typeface="Yu Gothic"/>
              </a:rPr>
              <a:t>「整える時間」を、整えながら届けられるように。</a:t>
            </a:r>
          </a:p>
          <a:p>
            <a:pPr algn="ctr">
              <a:lnSpc>
                <a:spcPct val="200000"/>
              </a:lnSpc>
            </a:pPr>
            <a:r>
              <a:rPr sz="1200" b="0" i="0">
                <a:solidFill>
                  <a:srgbClr val="CFCBC0"/>
                </a:solidFill>
                <a:latin typeface="Yu Gothic"/>
              </a:rPr>
              <a:t>無理せず、長く続けられる仕組みを</a:t>
            </a:r>
          </a:p>
          <a:p>
            <a:pPr algn="ctr">
              <a:lnSpc>
                <a:spcPct val="200000"/>
              </a:lnSpc>
            </a:pPr>
            <a:r>
              <a:rPr sz="1200" b="0" i="0">
                <a:solidFill>
                  <a:srgbClr val="CFCBC0"/>
                </a:solidFill>
                <a:latin typeface="Yu Gothic"/>
              </a:rPr>
              <a:t>これからも一緒に組み立てさせてください。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